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82296" cy="6858000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818CF8"/>
                </a:solidFill>
                <a:latin typeface="Segoe UI"/>
              </a:rPr>
              <a:t>AIONOS  ·  AGENTIC AI FACTORY  ·  ASSIGNMENT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8EEF6"/>
                </a:solidFill>
                <a:latin typeface="Segoe UI"/>
              </a:rPr>
              <a:t>Executive Productivity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8A9AB0"/>
                </a:solidFill>
                <a:latin typeface="Segoe UI"/>
              </a:rPr>
              <a:t>Turns a week of messy executive inputs into a daily action brief — with full provenance, and an explicit refusal to guess.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3367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4DD0E1"/>
                </a:solidFill>
                <a:latin typeface="Segoe UI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source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11480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423367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818CF8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6177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real commitments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11480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423367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34D399"/>
                </a:solidFill>
                <a:latin typeface="Segoe UI"/>
              </a:rPr>
              <a:t>7→1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6177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dedup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11480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4233672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BBF24"/>
                </a:solidFill>
                <a:latin typeface="Segoe UI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177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tests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8EEF6"/>
                </a:solidFill>
                <a:latin typeface="Segoe UI"/>
              </a:rPr>
              <a:t>Harshit Rana   ·   ROLLNO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FastAPI · SQLite · React · provider-agnostic LLM (Groq / OpenAI / Anthropic)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An executive's commitments are scattered and contradictory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059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dirty="0">
                <a:solidFill>
                  <a:srgbClr val="8A9AB0"/>
                </a:solidFill>
                <a:latin typeface="Segoe UI"/>
              </a:rPr>
              <a:t>Nothing in the pack states a task cleanly. Every real item must be reconstructed across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8EEF6"/>
                </a:solidFill>
                <a:latin typeface="Segoe UI"/>
              </a:rPr>
              <a:t>Said once, restated three times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8A9AB0"/>
                </a:solidFill>
                <a:latin typeface="Segoe UI"/>
              </a:rPr>
              <a:t>The vendor list appears in the transcript, five emails and a voice note. Naive extraction produces six to-dos.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350" b="1">
                <a:solidFill>
                  <a:srgbClr val="E8EEF6"/>
                </a:solidFill>
                <a:latin typeface="Segoe UI"/>
              </a:rPr>
              <a:t>Deadlines move, and the sources disagree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8A9AB0"/>
                </a:solidFill>
                <a:latin typeface="Segoe UI"/>
              </a:rPr>
              <a:t>"Wednesday" becomes "Thursday morning" becomes "9:30 AM Thursday." The earliest mention is the one most systems keep.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350" b="1">
                <a:solidFill>
                  <a:srgbClr val="E8EEF6"/>
                </a:solidFill>
                <a:latin typeface="Segoe UI"/>
              </a:rPr>
              <a:t>"Tomorrow" means different days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8A9AB0"/>
                </a:solidFill>
                <a:latin typeface="Segoe UI"/>
              </a:rPr>
              <a:t>Said Monday it means Tuesday; said Tuesday it means Wednesday. Relative dates are only meaningful against their own source.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350" b="1">
                <a:solidFill>
                  <a:srgbClr val="E8EEF6"/>
                </a:solidFill>
                <a:latin typeface="Segoe UI"/>
              </a:rPr>
              <a:t>Some work belongs to nobody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8A9AB0"/>
                </a:solidFill>
                <a:latin typeface="Segoe UI"/>
              </a:rPr>
              <a:t>The Mumbai lease is disclaimed by everyone. The tempting failure is to assign it to the user.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350" b="1">
                <a:solidFill>
                  <a:srgbClr val="E8EEF6"/>
                </a:solidFill>
                <a:latin typeface="Segoe UI"/>
              </a:rPr>
              <a:t>Finished work keeps nagging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>
                <a:solidFill>
                  <a:srgbClr val="8A9AB0"/>
                </a:solidFill>
                <a:latin typeface="Segoe UI"/>
              </a:rPr>
              <a:t>The variance report was delivered Wednesday 18:00. It must stop appearing as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0574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18CF8"/>
                </a:solidFill>
                <a:latin typeface="Segoe UI"/>
              </a:rPr>
              <a:t>WHAT THE BRIEF ASKS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69748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EF6"/>
                </a:solidFill>
                <a:latin typeface="Segoe UI"/>
              </a:rPr>
              <a:t>✓  Identify commitments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Separate mine vs waiting on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Detect deadlines &amp; overdue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Deduplicate across sources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Flag unclear ownership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Produce a daily brief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✓  Answer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INPUTS &amp;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The data pack — 71 source units, nothing invented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AB0"/>
                </a:solidFill>
                <a:latin typeface="Segoe UI"/>
              </a:rPr>
              <a:t>Week of 21–25 September 2026 · Arjun Malhotra, VP Sales · only this material is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Meeting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DD0E1"/>
                </a:solidFill>
                <a:latin typeface="Segoe UI"/>
              </a:rPr>
              <a:t>10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utterances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AB0"/>
                </a:solidFill>
                <a:latin typeface="Segoe UI"/>
              </a:rPr>
              <a:t>Leadership Sync, Mon 09:00.
Origin of most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Calendars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18CF8"/>
                </a:solidFill>
                <a:latin typeface="Segoe UI"/>
              </a:rPr>
              <a:t>34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101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AB0"/>
                </a:solidFill>
                <a:latin typeface="Segoe UI"/>
              </a:rPr>
              <a:t>Arjun, Neha, Raghav, Divya.
Corroborate — never commit.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Email threads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BBF24"/>
                </a:solidFill>
                <a:latin typeface="Segoe UI"/>
              </a:rPr>
              <a:t>25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101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AB0"/>
                </a:solidFill>
                <a:latin typeface="Segoe UI"/>
              </a:rPr>
              <a:t>5 threads × 5.
Where deadlines slip.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59" y="2286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Voice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6060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79F9"/>
                </a:solidFill>
                <a:latin typeface="Segoe UI"/>
              </a:rPr>
              <a:t>2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memos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3101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9AB0"/>
                </a:solidFill>
                <a:latin typeface="Segoe UI"/>
              </a:rPr>
              <a:t>Arjun to himself.
First-party restatements.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818CF8"/>
                </a:solidFill>
                <a:latin typeface="Segoe UI"/>
              </a:rPr>
              <a:t>KEY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"Today" is a parameter, not the wall clock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The pack is a fixed past week, so the brief takes an as_of timestamp and reads only sources at or before it — the week is replayable and every output reproducible.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Ownership requires acceptance, and lists cannot own work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Being asked is not owning; an owner is set only by an explicit commitment. facilities@ and "All Staff" are addresses, not accountable people.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An unqualified deadline means end of day; the original words are always kept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"Morning"=12:00, "evening"=20:00. The agent never invents an hour nobody stated — due_phrase shows the source wording.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Five stages — the LLM reads, the rules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0292" cy="896112"/>
          </a:xfrm>
          <a:prstGeom prst="roundRect">
            <a:avLst>
              <a:gd name="adj" fmla="val 6000"/>
            </a:avLst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939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D0E1"/>
                </a:solidFill>
                <a:latin typeface="Segoe UI"/>
              </a:rPr>
              <a:t>1 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848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EF6"/>
                </a:solidFill>
                <a:latin typeface="Consolas"/>
              </a:rPr>
              <a:t>ingest.py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8A9AB0"/>
                </a:solidFill>
                <a:latin typeface="Segoe UI"/>
              </a:rPr>
              <a:t>4 formats → one SourceUnit stream
sources_upto(as_of) gates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240280"/>
            <a:ext cx="1371600" cy="347472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2316723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4DD0E1"/>
                </a:solidFill>
                <a:latin typeface="Segoe UI"/>
              </a:rPr>
              <a:t>71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99231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1"/>
            <a:ext cx="50292" cy="896112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127247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2  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18103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EF6"/>
                </a:solidFill>
                <a:latin typeface="Consolas"/>
              </a:rPr>
              <a:t>extract.py  ⇄  llm.py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1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8A9AB0"/>
                </a:solidFill>
                <a:latin typeface="Segoe UI"/>
              </a:rPr>
              <a:t>Topic lexicon + speech acts
COMMIT / REQUEST / DELIVER /
CONFIRM / CHASE / DISCLAIM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273551"/>
            <a:ext cx="1371600" cy="347472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34999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BBF24"/>
                </a:solidFill>
                <a:latin typeface="Segoe UI"/>
              </a:rPr>
              <a:t>37 mentions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32503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4032503"/>
            <a:ext cx="50292" cy="896112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16051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18CF8"/>
                </a:solidFill>
                <a:latin typeface="Segoe UI"/>
              </a:rPr>
              <a:t>3  RESOLVE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151375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EF6"/>
                </a:solidFill>
                <a:latin typeface="Consolas"/>
              </a:rPr>
              <a:t>resolve.py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23943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8A9AB0"/>
                </a:solidFill>
                <a:latin typeface="Segoe UI"/>
              </a:rPr>
              <a:t>Dedup · supersession · ownership
status vs as_of  — deterministic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4306823"/>
            <a:ext cx="1371600" cy="347472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438326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818CF8"/>
                </a:solidFill>
                <a:latin typeface="Segoe UI"/>
              </a:rPr>
              <a:t>5 commitments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65775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5065775"/>
            <a:ext cx="50292" cy="896112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19379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4  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184647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EF6"/>
                </a:solidFill>
                <a:latin typeface="Consolas"/>
              </a:rPr>
              <a:t>brief.py · qa.py · db.py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157215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8A9AB0"/>
                </a:solidFill>
                <a:latin typeface="Segoe UI"/>
              </a:rPr>
              <a:t>Ranked brief, grounded Q&amp;A
SQLite: sources, runs, audit_log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5340095"/>
            <a:ext cx="1371600" cy="347472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541653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34D399"/>
                </a:solidFill>
                <a:latin typeface="Segoe UI"/>
              </a:rPr>
              <a:t>JSON + citations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6172200"/>
            <a:ext cx="10789920" cy="50292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629107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18CF8"/>
                </a:solidFill>
                <a:latin typeface="Segoe UI"/>
              </a:rPr>
              <a:t>Design rule: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62910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8EEF6"/>
                </a:solidFill>
                <a:latin typeface="Segoe UI"/>
              </a:rPr>
              <a:t>extraction is language-shaped and may use an LLM; dedup, supersession, overdue arithmetic and ownership are deterministic — so the brief is identical on every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One commitment, reconstructed from seven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AB0"/>
                </a:solidFill>
                <a:latin typeface="Segoe UI"/>
              </a:rPr>
              <a:t>The vendor list — how dedup, slippage and supersession actually resolve.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75104"/>
            <a:ext cx="10789920" cy="4389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TR-03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7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Mon 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4825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"I told Raghav I'd send him the updated vendor list… by end of day tomorrow"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18CF8"/>
                </a:solidFill>
                <a:latin typeface="Segoe UI"/>
              </a:rPr>
              <a:t>COMMIT → due Tue 23:59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328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EM-T1-01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5328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Mon 09:50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23744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"can you send the updated vendor list today?"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328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chase from Raghav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10789920" cy="4389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083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EM-T1-02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08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Mon 17:40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9992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"Running behind, will send first thing tomorrow morning"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08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BBF24"/>
                </a:solidFill>
                <a:latin typeface="Segoe UI"/>
              </a:rPr>
              <a:t>SLIP 1 → Tue 12:00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838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VN-01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4838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Mon 18:40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4747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"need to get Raghav that vendor list… might slip"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838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same item · no new 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77056"/>
            <a:ext cx="10789920" cy="4389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9593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EM-T1-03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3959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Tue 09:15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95020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"whenever you get a chance today works"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593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Raghav relaxes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348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EM-T1-04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434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Tue 18:30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42569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"will send by tomorrow (Wednesday) morning for sure"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34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BBF24"/>
                </a:solidFill>
                <a:latin typeface="Segoe UI"/>
              </a:rPr>
              <a:t>SLIP 2 → Wed 12:00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28032"/>
            <a:ext cx="10789920" cy="4389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91032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9AB0"/>
                </a:solidFill>
                <a:latin typeface="Consolas"/>
              </a:rPr>
              <a:t>EM-T1-05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4910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Wed 08:45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901184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8EEF6"/>
                </a:solidFill>
                <a:latin typeface="Segoe UI"/>
              </a:rPr>
              <a:t>"Just checking — still good for this morning?"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9103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chase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57784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7150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Result:  one commitment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E8EEF6"/>
                </a:solidFill>
                <a:latin typeface="Segoe UI"/>
              </a:rPr>
              <a:t>owner Arjun · due Wed 12:00 · slip_count = 3 · 7 citations retained · flips to OVERDUE on Thursday, never delivered.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THE HARDEST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Flagging unclear ownership instead of inventing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AB0"/>
                </a:solidFill>
                <a:latin typeface="Segoe UI"/>
              </a:rPr>
              <a:t>The Mumbai office lease needs a signature by Friday. Four people discuss it. Nobody accepts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18CF8"/>
                </a:solidFill>
                <a:latin typeface="Segoe UI"/>
              </a:rPr>
              <a:t>WHAT THE SOURCES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943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Raghav, Mon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"needs someone to sign off… Not sure whose desk that's on right now."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Divya, Mon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"supposed to be Facilities, but I haven't seen anyone pick it up."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Arjun, Mon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"Okay, flag it, don't assume."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Arjun, voice note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"someone needs to own that, I don't think it's me."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Divya, Wed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"Not on my end — I believe this typically sits with Facilities, not us."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Raghav, Thu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50" b="0">
                <a:solidFill>
                  <a:srgbClr val="E8EEF6"/>
                </a:solidFill>
                <a:latin typeface="Segoe UI"/>
              </a:rPr>
              <a:t>"This is now one day out and still unowned."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57400"/>
            <a:ext cx="4526280" cy="228600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 w="12700">
            <a:solidFill>
              <a:srgbClr val="E879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22860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9F9"/>
                </a:solidFill>
                <a:latin typeface="Segoe UI"/>
              </a:rPr>
              <a:t>WHAT THE AGENT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5176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9F9"/>
                </a:solidFill>
                <a:latin typeface="Consolas"/>
              </a:rPr>
              <a:t>owner:  UNCLEAR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E8EEF6"/>
                </a:solidFill>
                <a:latin typeface="Consolas"/>
              </a:rPr>
              <a:t>needs_escalation:  true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E8EEF6"/>
                </a:solidFill>
                <a:latin typeface="Consolas"/>
              </a:rPr>
              <a:t>confidence:  0.45  (capped)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E8EEF6"/>
                </a:solidFill>
                <a:latin typeface="Consolas"/>
              </a:rPr>
              <a:t>direction:  unowned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"No one has accepted this. 5 sources disclaim or question ownership; Facilities was suggested but never confirmed."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526280"/>
            <a:ext cx="4526280" cy="155448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4709160"/>
            <a:ext cx="4023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00" b="0">
                <a:solidFill>
                  <a:srgbClr val="8A9AB0"/>
                </a:solidFill>
                <a:latin typeface="Segoe UI"/>
              </a:rPr>
              <a:t>Assigning it to Arjun would look more "helpful" and be wrong. An agent that quietly invents an owner teaches its user to distrust every other line in the brief.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950" b="0">
                <a:solidFill>
                  <a:srgbClr val="64748B"/>
                </a:solidFill>
                <a:latin typeface="Consolas"/>
              </a:rPr>
              <a:t>Asserted at three points in the week by test_mumbai_lease_is_never_assigned_to_anyone.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Daily brief · replay the week · ask questions · inspect every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69494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0292" cy="896112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Daily brief, ranked by what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Overdue → due today → waiting on others → unowned → upcoming → closed. Counts at the 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35808"/>
            <a:ext cx="69494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3035808"/>
            <a:ext cx="50292" cy="896112"/>
          </a:xfrm>
          <a:prstGeom prst="roundRect">
            <a:avLst>
              <a:gd name="adj" fmla="val 6000"/>
            </a:avLst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Replay the week, day by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1985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Mon/Tue/Wed/Thu/Fri switch the as_of timestamp. The agent genuinely does not know about future emails — watch the vendor list go from upcoming to due to overdue.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59936"/>
            <a:ext cx="69494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4059936"/>
            <a:ext cx="50292" cy="896112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1788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Click any item for its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439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Every source that mentioned it, the speech acts detected, and a timeline of how the deadline 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84064"/>
            <a:ext cx="6949440" cy="89611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5084064"/>
            <a:ext cx="50292" cy="896112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20293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Ask, with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"What did I promise Raghav?" · "What needs action today?" Every answer carries the source ids it came from, and refuses when nothing matches.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01168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22128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818CF8"/>
                </a:solidFill>
                <a:latin typeface="Segoe UI"/>
              </a:rPr>
              <a:t>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5603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8EEF6"/>
                </a:solidFill>
                <a:latin typeface="Consolas"/>
              </a:rPr>
              <a:t>GET  /api/brief?as_of=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GET  /api/commitments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POST /api/ask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GET  /api/sources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GET  /api/audit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GET  /api/health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050" b="0">
                <a:solidFill>
                  <a:srgbClr val="E8EEF6"/>
                </a:solidFill>
                <a:latin typeface="Consolas"/>
              </a:rPr>
              <a:t>GET  /docs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89204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A9AB0"/>
                </a:solidFill>
                <a:latin typeface="Segoe UI"/>
              </a:rPr>
              <a:t>Swagger auto-generated at /docs.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00" b="0">
                <a:solidFill>
                  <a:srgbClr val="8A9AB0"/>
                </a:solidFill>
                <a:latin typeface="Segoe UI"/>
              </a:rPr>
              <a:t>SQLite stores every brief and question with its citations — a full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AI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What each tool did, and what it actually caught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789920" cy="94183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0292" cy="941832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Claude Opus 5  (Claude Code)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18CF8"/>
                </a:solidFill>
                <a:latin typeface="Segoe UI"/>
              </a:rPr>
              <a:t>Primary build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0312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Parsed the assignment PDFs and reconstructed three garbled calendar tables; designed the ingest → extract → resolve architecture; wrote the pipeline, REST API, React SPA and the 27-test suite; debugged.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44952"/>
            <a:ext cx="10789920" cy="94183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044952"/>
            <a:ext cx="50292" cy="941832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Groq API — llama-3.3-70b-versatile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BBF24"/>
                </a:solidFill>
                <a:latin typeface="Segoe UI"/>
              </a:rPr>
              <a:t>Optional LLM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82112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Free-form question answering only, behind a provider-agnostic interface (Groq / OpenAI / Anthropic). The model selects among already-resolved commitments and cannot invent one — returned ids are validated and unknown ids dropped. Off by default; any failure falls back to the deterministic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23944"/>
            <a:ext cx="10789920" cy="941832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4123944"/>
            <a:ext cx="50292" cy="941832"/>
          </a:xfrm>
          <a:prstGeom prst="roundRect">
            <a:avLst>
              <a:gd name="adj" fmla="val 6000"/>
            </a:avLst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EF6"/>
                </a:solidFill>
                <a:latin typeface="Segoe UI"/>
              </a:rPr>
              <a:t>FastAPI OpenAPI / Swagger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970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DD0E1"/>
                </a:solidFill>
                <a:latin typeface="Segoe UI"/>
              </a:rPr>
              <a:t>Auto-generated API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61104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8A9AB0"/>
                </a:solidFill>
                <a:latin typeface="Segoe UI"/>
              </a:rPr>
              <a:t>Interactive docs at /docs, used to exercise every endpoint during 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B858F"/>
                </a:solidFill>
                <a:latin typeface="Segoe UI"/>
              </a:rPr>
              <a:t>TWO BUGS FOUND BY TESTING, NOT BY 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8EEF6"/>
                </a:solidFill>
                <a:latin typeface="Consolas"/>
              </a:rPr>
              <a:t>"shifting the review to Thursday morning instead of Wednesday"  →  resolved to Wednesday.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30" b="0">
                <a:solidFill>
                  <a:srgbClr val="8A9AB0"/>
                </a:solidFill>
                <a:latin typeface="Segoe UI"/>
              </a:rPr>
              <a:t>Weekdays were matched in dictionary order, so the reschedule — the entire point of that email — was silently dropped. Fixed by removing superseded days and preferring the correction after a contrast marker, scoped to one sentence.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1">
                <a:solidFill>
                  <a:srgbClr val="E8EEF6"/>
                </a:solidFill>
                <a:latin typeface="Consolas"/>
              </a:rPr>
              <a:t>"has anyone confirmed who's signing off?"  →  marked the unowned lease DONE.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030" b="0">
                <a:solidFill>
                  <a:srgbClr val="8A9AB0"/>
                </a:solidFill>
                <a:latin typeface="Segoe UI"/>
              </a:rPr>
              <a:t>A question matched the confirmation cue and closed an open item. Fixed by excluding chases and disclaimers from closure, and making an unowned item impossible to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Every requirement in the brief, and how it is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4748B"/>
                </a:solidFill>
                <a:latin typeface="Segoe UI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4748B"/>
                </a:solidFill>
                <a:latin typeface="Segoe UI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4748B"/>
                </a:solidFill>
                <a:latin typeface="Segoe UI"/>
              </a:rP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10789920" cy="420624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Identify commitments made by the executive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04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speech-act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048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5 found from 71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Separate "my actions" from "waiting on others"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8620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direction on each 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620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2 mine · 2 waiting · 1 unowned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10789920" cy="420624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3101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Detect deadlines and overdue 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192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dates.py + status vs as_of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192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vendor list overdue by 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67327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Deduplicate the same action across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76471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topic clustering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7647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7 sources → 1 commitment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10789920" cy="420624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2245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Flag unclear ownership rather than inventing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336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UNCLEAR +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336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Mumbai lease, never assigned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817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Produce a daily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6908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ranked sections + headline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6908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any day of the week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10789920" cy="420624"/>
          </a:xfrm>
          <a:prstGeom prst="roundRect">
            <a:avLst>
              <a:gd name="adj" fmla="val 6000"/>
            </a:avLst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1389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EF6"/>
                </a:solidFill>
                <a:latin typeface="Segoe UI"/>
              </a:rPr>
              <a:t>✓  Allow the user to ask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1480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AB0"/>
                </a:solidFill>
                <a:latin typeface="Consolas"/>
              </a:rPr>
              <a:t>grounded Q&amp;A + 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1480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4D399"/>
                </a:solidFill>
                <a:latin typeface="Segoe UI"/>
              </a:rPr>
              <a:t>refuses when ungrounded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715000"/>
            <a:ext cx="2514600" cy="77724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8338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4D399"/>
                </a:solidFill>
                <a:latin typeface="Segoe U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72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tests passing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5715000"/>
            <a:ext cx="2514600" cy="77724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58338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4DD0E1"/>
                </a:solidFill>
                <a:latin typeface="Segoe UI"/>
              </a:rPr>
              <a:t>0.2s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6172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full suite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715000"/>
            <a:ext cx="2514600" cy="77724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58338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BBF24"/>
                </a:solidFill>
                <a:latin typeface="Segoe UI"/>
              </a:rPr>
              <a:t>~7ms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6172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brief latency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715000"/>
            <a:ext cx="2514600" cy="77724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0" y="58338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818CF8"/>
                </a:solidFill>
                <a:latin typeface="Segoe U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6172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API keys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263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18CF8"/>
                </a:solidFill>
                <a:latin typeface="Segoe UI"/>
              </a:rPr>
              <a:t>LIMITATIONS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What I would build next, and what I would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B858F"/>
                </a:solidFill>
                <a:latin typeface="Segoe UI"/>
              </a:rPr>
              <a:t>HONEST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The topic lexicon is tuned to this data pack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A new domain needs new anchors, or the LLM extraction path switched on. The resolution layer — where the real judgement lives — is unchanged either way.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The LLM answers, it does not extract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Extraction is deterministic in every mode. The model only phrases replies by selecting among resolved commitments, with ids validated. Next: LLM extraction cross-checked against the deterministic result, disagreements surfaced not hidden.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Single-file React SPA, not a Vite/Next.js build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A deliberate trade against a hard deadline: no build step that can fail, and the app runs with no network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D399"/>
                </a:solidFill>
                <a:latin typeface="Segoe UI"/>
              </a:rPr>
              <a:t>WHAT I'D BUILD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957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6"/>
                </a:solidFill>
                <a:latin typeface="Segoe UI"/>
              </a:rPr>
              <a:t>Real connectors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Gmail / Google Calendar / Slack ingestion behind the same SourceUnit interface — one adapter per source, nothing downstream changes.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Write actions, with confirmation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Draft the chase email to Raghav; propose the Meridian slot against both calendars. Never send without approval.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Vector retrieval at scale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A week fits in memory; a quarter does not. Embed SourceUnits and retrieve per question.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200" b="1">
                <a:solidFill>
                  <a:srgbClr val="E8EEF6"/>
                </a:solidFill>
                <a:latin typeface="Segoe UI"/>
              </a:rPr>
              <a:t>Learned thresholds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>
                <a:solidFill>
                  <a:srgbClr val="8A9AB0"/>
                </a:solidFill>
                <a:latin typeface="Segoe UI"/>
              </a:rPr>
              <a:t>Confidence is currently rule-assigned. With feedback on which items the executive actually acted on, it can be calibrated.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06440"/>
            <a:ext cx="10789920" cy="685800"/>
          </a:xfrm>
          <a:prstGeom prst="roundRect">
            <a:avLst>
              <a:gd name="adj" fmla="val 6000"/>
            </a:avLst>
          </a:prstGeom>
          <a:solidFill>
            <a:srgbClr val="17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9436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EF6"/>
                </a:solidFill>
                <a:latin typeface="Consolas"/>
              </a:rPr>
              <a:t>github.com/harshiit-rana/AIONOS-Assignment-1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>
                <a:solidFill>
                  <a:srgbClr val="64748B"/>
                </a:solidFill>
                <a:latin typeface="Segoe UI"/>
              </a:rPr>
              <a:t>Harshit Rana · ROLLNO · AIONOS Agentic AI Factory · Assignment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1927</Words>
  <Application>Microsoft Office PowerPoint</Application>
  <PresentationFormat>Widescreen</PresentationFormat>
  <Paragraphs>237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Rana</cp:lastModifiedBy>
  <cp:revision>2</cp:revision>
  <dcterms:created xsi:type="dcterms:W3CDTF">2013-01-27T09:14:16Z</dcterms:created>
  <dcterms:modified xsi:type="dcterms:W3CDTF">2026-09-17T15:49:48Z</dcterms:modified>
  <cp:category/>
</cp:coreProperties>
</file>